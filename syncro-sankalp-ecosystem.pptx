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6b602e2754924" /><Relationship Type="http://schemas.openxmlformats.org/officeDocument/2006/relationships/extended-properties" Target="/docProps/app.xml" Id="R607a26aacfb44108" /><Relationship Type="http://schemas.openxmlformats.org/officeDocument/2006/relationships/officeDocument" Target="/ppt/presentation.xml" Id="R95ae98362f34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bf779986941a8"/>
  </p:sldMasterIdLst>
  <p:notesMasterIdLst>
    <p:notesMasterId xmlns:r="http://schemas.openxmlformats.org/officeDocument/2006/relationships" r:id="R8fc1d466ec0f44ef"/>
  </p:notesMasterIdLst>
  <p:sldIdLst>
    <p:sldId xmlns:r="http://schemas.openxmlformats.org/officeDocument/2006/relationships" id="256" r:id="R6ce5a9b84a804272"/>
    <p:sldId xmlns:r="http://schemas.openxmlformats.org/officeDocument/2006/relationships" id="257" r:id="R9f899424613841ae"/>
    <p:sldId xmlns:r="http://schemas.openxmlformats.org/officeDocument/2006/relationships" id="258" r:id="Re64e787d86414efc"/>
    <p:sldId xmlns:r="http://schemas.openxmlformats.org/officeDocument/2006/relationships" id="259" r:id="R1cfc95b398184bf4"/>
    <p:sldId xmlns:r="http://schemas.openxmlformats.org/officeDocument/2006/relationships" id="260" r:id="R2904e99c4649470c"/>
    <p:sldId xmlns:r="http://schemas.openxmlformats.org/officeDocument/2006/relationships" id="261" r:id="Rec7322bdac414f4d"/>
    <p:sldId xmlns:r="http://schemas.openxmlformats.org/officeDocument/2006/relationships" id="262" r:id="Ra8e13412c9ec4ab8"/>
    <p:sldId xmlns:r="http://schemas.openxmlformats.org/officeDocument/2006/relationships" id="263" r:id="R71a7445b052e47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e4553809041b4" /><Relationship Type="http://schemas.openxmlformats.org/officeDocument/2006/relationships/slideMaster" Target="/ppt/slideMasters/slideMaster1.xml" Id="Re96bf779986941a8" /><Relationship Type="http://schemas.openxmlformats.org/officeDocument/2006/relationships/notesMaster" Target="/ppt/notesMasters/notesMaster1.xml" Id="R8fc1d466ec0f44ef" /><Relationship Type="http://schemas.openxmlformats.org/officeDocument/2006/relationships/presProps" Target="/ppt/presProps.xml" Id="R5605527acb174f8f" /><Relationship Type="http://schemas.openxmlformats.org/officeDocument/2006/relationships/tableStyles" Target="/ppt/tableStyles.xml" Id="Ref749aef973444ae" /><Relationship Type="http://schemas.openxmlformats.org/officeDocument/2006/relationships/slide" Target="/ppt/slides/slide1.xml" Id="R6ce5a9b84a804272" /><Relationship Type="http://schemas.openxmlformats.org/officeDocument/2006/relationships/slide" Target="/ppt/slides/slide2.xml" Id="R9f899424613841ae" /><Relationship Type="http://schemas.openxmlformats.org/officeDocument/2006/relationships/slide" Target="/ppt/slides/slide3.xml" Id="Re64e787d86414efc" /><Relationship Type="http://schemas.openxmlformats.org/officeDocument/2006/relationships/slide" Target="/ppt/slides/slide4.xml" Id="R1cfc95b398184bf4" /><Relationship Type="http://schemas.openxmlformats.org/officeDocument/2006/relationships/slide" Target="/ppt/slides/slide5.xml" Id="R2904e99c4649470c" /><Relationship Type="http://schemas.openxmlformats.org/officeDocument/2006/relationships/slide" Target="/ppt/slides/slide6.xml" Id="Rec7322bdac414f4d" /><Relationship Type="http://schemas.openxmlformats.org/officeDocument/2006/relationships/slide" Target="/ppt/slides/slide7.xml" Id="Ra8e13412c9ec4ab8" /><Relationship Type="http://schemas.openxmlformats.org/officeDocument/2006/relationships/slide" Target="/ppt/slides/slide8.xml" Id="R71a7445b052e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fdb42618264c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c2da255134631" /><Relationship Type="http://schemas.openxmlformats.org/officeDocument/2006/relationships/notesMaster" Target="/ppt/notesMasters/notesMaster1.xml" Id="Rf19798928f0846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d6940e451476e" /><Relationship Type="http://schemas.openxmlformats.org/officeDocument/2006/relationships/notesMaster" Target="/ppt/notesMasters/notesMaster1.xml" Id="R0fc94ed8e8e3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18567545442a3" /><Relationship Type="http://schemas.openxmlformats.org/officeDocument/2006/relationships/notesMaster" Target="/ppt/notesMasters/notesMaster1.xml" Id="R35d41a69bdad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a7512edf645e0" /><Relationship Type="http://schemas.openxmlformats.org/officeDocument/2006/relationships/notesMaster" Target="/ppt/notesMasters/notesMaster1.xml" Id="R0333fbf064ef42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49e3d9d394a7b" /><Relationship Type="http://schemas.openxmlformats.org/officeDocument/2006/relationships/notesMaster" Target="/ppt/notesMasters/notesMaster1.xml" Id="Ra1d02c80ac0149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e0c092171943c3" /><Relationship Type="http://schemas.openxmlformats.org/officeDocument/2006/relationships/notesMaster" Target="/ppt/notesMasters/notesMaster1.xml" Id="R5d50126b037d4e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574d8d526949d7" /><Relationship Type="http://schemas.openxmlformats.org/officeDocument/2006/relationships/notesMaster" Target="/ppt/notesMasters/notesMaster1.xml" Id="R1748fd4cb29542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cb59cb1964d4d" /><Relationship Type="http://schemas.openxmlformats.org/officeDocument/2006/relationships/notesMaster" Target="/ppt/notesMasters/notesMaster1.xml" Id="Re028000dc12449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D:/pixelclubaup/pixel-platform/PROJECT_SCOPE.md; D:/DeveloperAI/DEVOLOPER/Syncro.Desktop/PROJECT_SCOPE.md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D:/pixelclubaup/pixel-platform/PROJECT_SCOPE.md; D:/DeveloperAI/DEVOLOPER/Syncro.Desktop/PROJECT_SCOPE.md; D:/pixelclubaup/pixel-platform/WORKFLOW.md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D:/pixelclubaup/pixel-platform/WORKFLOW.md; D:/pixelclubaup/pixel-platform/finalisedprojectworkflow.md; D:/pixelclubaup/pixel-platform/PROJECT_SCOPE.md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D:/pixelclubaup/pixel-platform/PROJECT_SCOPE.md; D:/pixelclubaup/pixel-platform/docs/hierarchy.md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D:/pixelclubaup/pixel-platform/docs/orgcreation.md; D:/pixelclubaup/pixel-platform/docs/hierarchy.md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D:/DeveloperAI/DEVOLOPER/Syncro.Desktop/PROJECT_SCOPE.md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D:/pixelclubaup/pixel-platform/finalisedprojectworkflow.md; D:/pixelclubaup/pixel-platform/package.json; D:/DeveloperAI/DEVOLOPER/Syncro.Desktop/PROJECT_SCOPE.md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D:/pixelclubaup/pixel-platform/WORKFLOW.md; D:/pixelclubaup/pixel-platform/finalisedprojectworkflow.md; D:/pixelclubaup/pixel-platform/docs/hierarchy.md; D:/DeveloperAI/DEVOLOPER/Syncro.Desktop/PROJECT_SCOPE.md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260369156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aaf6550044cbc" /><Relationship Type="http://schemas.openxmlformats.org/officeDocument/2006/relationships/slideLayout" Target="/ppt/slideLayouts/slideLayout1.xml" Id="Re661bdd346d4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1bdd346d4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c900a16f04c0b" /><Relationship Type="http://schemas.openxmlformats.org/officeDocument/2006/relationships/notesSlide" Target="/ppt/notesSlides/notesSlide1.xml" Id="R413577f52d11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c6e9483104f72" /><Relationship Type="http://schemas.openxmlformats.org/officeDocument/2006/relationships/notesSlide" Target="/ppt/notesSlides/notesSlide2.xml" Id="Rc88a6e6b6d10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55834e2cf4d7e" /><Relationship Type="http://schemas.openxmlformats.org/officeDocument/2006/relationships/notesSlide" Target="/ppt/notesSlides/notesSlide3.xml" Id="Re318b7ff9d3e47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0eefd387b4b70" /><Relationship Type="http://schemas.openxmlformats.org/officeDocument/2006/relationships/notesSlide" Target="/ppt/notesSlides/notesSlide4.xml" Id="Rb1f614b1c6d9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4021b84a54eb5" /><Relationship Type="http://schemas.openxmlformats.org/officeDocument/2006/relationships/notesSlide" Target="/ppt/notesSlides/notesSlide5.xml" Id="Rd13f54df7464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d1f0b6e1946ce" /><Relationship Type="http://schemas.openxmlformats.org/officeDocument/2006/relationships/notesSlide" Target="/ppt/notesSlides/notesSlide6.xml" Id="R7e055c91608e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995f194584bdb" /><Relationship Type="http://schemas.openxmlformats.org/officeDocument/2006/relationships/notesSlide" Target="/ppt/notesSlides/notesSlide7.xml" Id="R8e4cabb73496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70d1e91054422" /><Relationship Type="http://schemas.openxmlformats.org/officeDocument/2006/relationships/notesSlide" Target="/ppt/notesSlides/notesSlide8.xml" Id="R3bf722b07f06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9F1AD-7952-41CE-8C56-480A632E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SYNCRO · SANKALP · PIXEL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181FE-F9D3-4BD4-B630-FB7F81CA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14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connected ecosystem for student ideas to become shipped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37876-1151-4504-8D16-A22B5B24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developer workstation + community operating system + governed org/project lifecycle.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F5310-D0F9-4894-AB8B-F71F0402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000FC-D2C1-4F7A-86A5-669CEC4E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11650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E10AF-4BF8-4A48-B006-0ECC7D1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ecosystem has one job: reduce the distance from intent to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99C29-4E67-4DA2-9C86-3D568EA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328C4-E095-45DD-A2EE-79882522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S.A.N.K.A.L.P. captures proposals, votes, roles, approvals, projects, tasks, weekly reports, and contribution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B4EA1-E2E9-4F43-A2C6-2F4A931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AE5E8-23A7-489C-A5E5-FB522F3C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Pixel Platform is the web operating layer for members, admins, organizations, portfolios, and showcases.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32284-0C94-4DBF-9839-1920F18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49371-41CF-4C14-9A20-E7AC71B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Syncro.Desktop gives members a native workstation for project scaffolding, Git, AI assistance, and platform sync.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579CD-A9A1-483D-B0FC-0FB57BD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29512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8E1BD-B45C-4E4C-AD54-0D6CD320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platform turns community support into an executable project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A83C-B365-43EB-A2E8-227B8F46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2E34F-59EE-422B-8A24-35B951CA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43098-E13C-4286-BFAA-BFB138B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0440A-3ADF-480D-ABBE-14C4EDC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A member submits a proposal.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FE3BE-B7D8-476A-9C64-783E955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670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88144-4642-4E9D-9572-F49A1233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574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7DA96-1053-4391-8CA1-133A1AB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F7E30-6491-4FA2-80D1-4D4350FD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4800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D95B0-02A5-4420-A7D5-CD893334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671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Community support makes demand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DA2FF-17D5-48DE-AF19-AC681897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670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227D3-D800-476A-A790-746C1EB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52EEC-4BE2-4433-83A3-C751E2A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99FFA-058E-410F-8FD9-B2FC707D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53C1B-E02E-449D-A5DD-A6FA505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Admins review, assign lead, and convert.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83E46-FE78-4CB8-8E85-BEEE5F34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670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0C749-8A7F-4DDE-B87E-F159E640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574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940F9-3FB1-42BE-BD17-24CC5AF0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B20FB-6A37-49FF-A3FD-A594042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43A20-AB5E-482E-8E23-5623E36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Teams track tasks, reports, progress, and repo links.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181A3-26C4-48DC-9B9E-4BD45D4A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670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1B788-C2E9-4C93-B105-D668D571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5744C-AD2D-4780-8B20-A1D8D83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C4BEF-9C5F-4AA6-8D51-46F583C5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5BAC2-976D-4E86-BC7F-1C3966BF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671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Completed work becomes portfolio and marketplace material.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8B9C9-2FB0-4F60-B0CB-7AB19CC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workflow: idea → proposal → active project → completed project → showcase / sale.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3E5ED-AC5B-4EAC-83B5-A0677B8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1575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A34B6-0241-4721-A1F2-1AF875A8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 is designed around roles, capacity, and objective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2B63D-E6C8-4C9A-926B-D54DD59C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1BCB9-725A-487D-92FB-D2C3EE3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81715-24E7-432E-8006-B8DDF34C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platform user roles from normal_user through 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83DE-979E-42C7-9938-FB7D481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E2500-C92B-4AFC-98C1-63FB43B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14B94-48DF-43C1-9E18-D922BCF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core zones: public, member app, admin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598CC-FC90-439F-9172-695A4BE3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B4FBB-6710-406F-A8DD-DB10239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240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7D65E-C22E-4DCE-9C39-A149EC8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proposal stages from proposal through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43220-87B5-4292-ABBB-972AA60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97340-3589-4A70-99B8-114A7218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7625"/>
            <a:ext cx="901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capacity limits active commitments instead of enthusiasm.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0EA8E-DECA-46C6-8746-40E394F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C58A3-51F4-46BE-B4CF-6BE56A21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0075"/>
            <a:ext cx="901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Support credits make proposal backing a scarce signal.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7E96C-A35E-472F-948F-DCFD4784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B8649-7D05-4078-AD8D-371036D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901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Reputation uses execution rate, proposal success rate, and task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77E00-BB62-418C-A516-38B8FCD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9594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F2B49-9D63-4EF6-BCBD-93EC223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Organizations expand the system from one club into governed communities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FB218-13CD-43F2-A00B-05B5ECF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77EB-440B-4FCE-AA26-07D872C9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040E8-66B5-4AE6-8902-EE8ECFE2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Founder submits org launch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11930-75E2-4765-B27A-98CB11BC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62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8DC46-7093-4E1C-B074-1D52704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4819B-1636-407D-8D18-612FDE9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8535D-D48D-4FBC-A5C3-DA9B3BC1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Platform admin evaluates charter, branding, and fit.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12484-1D2B-4387-82CA-6420FCD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05125"/>
            <a:ext cx="762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A5046-B77B-4FAF-AE47-B4E6417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802FC-B504-4E93-9959-2BEB9CAA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6A1F9-0BDF-4814-8058-828B0A3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Approved org gets public pages, members, portfolios, projects.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02731-5C7D-49EB-92E9-ECFE973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 pages reuse portfolio-builder components, Cloudinary branding, member permissions, and hierarchy-driven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4A776-3FDB-4611-8573-5D7AF88D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2151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8FC9B-F63C-4944-8FCD-5B506CD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Syncro.Desktop closes the loop between platform work and local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C383C-A356-4A83-9FFF-6D7415E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8F4A6-D72B-4747-A049-F8937A71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JWT auth, social feed, proposals, votes, comments, project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A70A-023B-4C49-BFF6-491B222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95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FC0FB-3005-435C-BC12-126CBEFC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Developer workstation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BE61B-AAC0-4756-9DAE-87BEB98B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Project cache, generators, SDK detection, terminal, Git manager.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0904-FDC2-4CD4-97CB-727446B2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295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9A70-5C86-475F-9508-E1F11FB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055F0-C4A6-46EB-9ADD-004129F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Mode detection routes prompts to chat, generators, scripts, docs, and setup 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EC305-9F9B-4604-81D8-273658F8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95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3491E-3809-41EC-843D-73C32F60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desktop app is not a separate product surface; it is the execution client for the same S.A.N.K.A.L.P.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D095A-1D65-49FA-9E1C-C6E5A9F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01104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BFACA-F9EE-43E4-98C8-24441F2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build already contains the data and route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F6834-55A0-45DF-956A-7B142A7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0287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611A1-837C-4B68-8BBE-762615FC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719B6-4048-4174-B444-F944305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User, roles, NextAuth, profile, org membership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324C1-194C-48CB-A47A-81629FF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287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5A080-E534-4B6C-86D1-849A005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49DE8-95F0-4321-A5F7-4368F8D7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Proposal, vote, threaded comments, feed, activities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A33F5-C7F5-4741-96F7-5625CD6A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287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54362-AA95-4D09-8BED-3653F490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0C56E-A491-4AC5-82A3-5A9D83F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Project, task, progress update, weekly report, Git repo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FA681-9141-468D-B49B-2A4AF93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287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FD9DD-E8EB-482E-958C-AF38D9C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50E42-269F-4E52-89DB-08AAFAB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Org portfolio, marketplace inquiry, showcase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93897-F87D-45D8-A5A9-B740FC8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287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2C91A-FFFB-4DD9-BA25-748142F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Stack: Next.js / TypeScript / MongoDB / NextAuth / Tailwind / MUI / React 19, with desktop .NET MAUI + Blazor Hybrid.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22982-E813-4016-8AC3-E6D4E00F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22233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E8DF1-7C4E-4AC0-B9AC-D85C6DAC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pragmatic milestone is a shippable closed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81FAE-931F-4E35-BB5A-F3DD4856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30CD-B28C-46A0-A5A7-746C0F6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Harden the proposal → project conversion path so admin decisions sync cleanly to member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E9AEF-1722-42CC-8C5C-C4A5A25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BE05C-2286-4046-84D4-350F016D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Finish completion ceremony fields: live URL, docs, version, cover image, release notes, showcase flags.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8BA91-8079-45B7-99DD-A1E9B96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EDB9E-EE05-4785-A0D8-01A81ED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Expose completed projects in showcase / marketplace and make Syncro.Desktop consume those same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F31AA-59E5-47DE-85A6-760593F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F3FCC-2D8A-4B49-9392-0F85B517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trust metrics objective: capacity, completion, contribution, and verified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DC622-C6CF-4B54-9DB6-555FD3B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lens: every feature should either increase credible proposals, reduce execution friction, or make shipped work more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1C23D-9338-4286-B54A-3EAF2E5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141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2026-08-02T22:06:22.5580000Z</dcterms:created>
  <dcterms:modified xsi:type="dcterms:W3CDTF">2026-08-02T22:06:22.5590000Z</dcterms:modified>
</coreProperties>
</file>